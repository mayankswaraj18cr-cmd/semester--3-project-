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64008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64008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46304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46304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46304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228600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2286000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317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EDITOR BUFFER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1248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 Doubly Linked List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41248" y="3886200"/>
            <a:ext cx="2926080" cy="0"/>
          </a:xfrm>
          <a:prstGeom prst="line">
            <a:avLst/>
          </a:prstGeom>
          <a:noFill/>
          <a:ln w="19050">
            <a:solidFill>
              <a:srgbClr val="8E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069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Structures (C/C++)  •  Console-Based Software Project  •  Intermediate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GSSIPU  •  Semester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console text editor supporting insert, delete, forward/backward cursor movement, and full display — backed by a Doubly Linked List.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6492240" cy="530352"/>
          </a:xfrm>
          <a:prstGeom prst="rect">
            <a:avLst>
              <a:gd name="adj" fmla="val 1034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70632"/>
            <a:ext cx="292608" cy="292608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65176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Character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6492240" cy="530352"/>
          </a:xfrm>
          <a:prstGeom prst="rect">
            <a:avLst>
              <a:gd name="adj" fmla="val 1034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429000"/>
            <a:ext cx="292608" cy="292608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3310128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 Character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6492240" cy="530352"/>
          </a:xfrm>
          <a:prstGeom prst="rect">
            <a:avLst>
              <a:gd name="adj" fmla="val 1034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087368"/>
            <a:ext cx="292608" cy="292608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87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968496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Cursor Forward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26864"/>
            <a:ext cx="6492240" cy="530352"/>
          </a:xfrm>
          <a:prstGeom prst="rect">
            <a:avLst>
              <a:gd name="adj" fmla="val 1034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745736"/>
            <a:ext cx="292608" cy="292608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45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626864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Cursor Backward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85232"/>
            <a:ext cx="6492240" cy="530352"/>
          </a:xfrm>
          <a:prstGeom prst="rect">
            <a:avLst>
              <a:gd name="adj" fmla="val 10345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404104"/>
            <a:ext cx="292608" cy="292608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404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5285232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 Entire Text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60920" y="1417320"/>
            <a:ext cx="4251960" cy="4709160"/>
          </a:xfrm>
          <a:prstGeom prst="rect">
            <a:avLst>
              <a:gd name="adj" fmla="val 1720"/>
            </a:avLst>
          </a:prstGeom>
          <a:solidFill>
            <a:srgbClr val="162C5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DOUBLY LINKED LIST?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 Access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80960" y="2670048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characters — O(1) at cursor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80960" y="3172968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 characters efficiently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3675888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33" name="Text 31"/>
          <p:cNvSpPr/>
          <p:nvPr/>
        </p:nvSpPr>
        <p:spPr>
          <a:xfrm>
            <a:off x="790956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cursor left in O(1)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80960" y="4178808"/>
            <a:ext cx="82296" cy="82296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35" name="Text 33"/>
          <p:cNvSpPr/>
          <p:nvPr/>
        </p:nvSpPr>
        <p:spPr>
          <a:xfrm>
            <a:off x="790956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cursor right in O(1)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80960" y="4709160"/>
            <a:ext cx="35661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Array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5148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Mid-buffer edits cost O(n) shifting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Singly Linked List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5788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Backward movement needs full re-traversal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Editor Buffer  •  Data Structures (C/C++)  •  GSSIPU Semester 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Doubly Linked List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node stores a character plus pointers to its previous and next neighbor — enabling traversal in both directions.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88136" y="3017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93976" y="2743200"/>
            <a:ext cx="1051560" cy="914400"/>
          </a:xfrm>
          <a:prstGeom prst="rect">
            <a:avLst>
              <a:gd name="adj" fmla="val 8000"/>
            </a:avLst>
          </a:prstGeom>
          <a:solidFill>
            <a:srgbClr val="F3E7F5"/>
          </a:solidFill>
          <a:ln w="16510">
            <a:solidFill>
              <a:srgbClr val="162C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3976" y="27432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93976" y="37307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node[0]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45536" y="3200400"/>
            <a:ext cx="685800" cy="0"/>
          </a:xfrm>
          <a:prstGeom prst="line">
            <a:avLst/>
          </a:prstGeom>
          <a:noFill/>
          <a:ln w="19050">
            <a:solidFill>
              <a:srgbClr val="8E3FA0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31336" y="2743200"/>
            <a:ext cx="1051560" cy="914400"/>
          </a:xfrm>
          <a:prstGeom prst="rect">
            <a:avLst>
              <a:gd name="adj" fmla="val 8000"/>
            </a:avLst>
          </a:prstGeom>
          <a:solidFill>
            <a:srgbClr val="F3E7F5"/>
          </a:solidFill>
          <a:ln w="16510">
            <a:solidFill>
              <a:srgbClr val="162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27432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31336" y="37307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node[1]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82896" y="3200400"/>
            <a:ext cx="685800" cy="0"/>
          </a:xfrm>
          <a:prstGeom prst="line">
            <a:avLst/>
          </a:prstGeom>
          <a:noFill/>
          <a:ln w="19050">
            <a:solidFill>
              <a:srgbClr val="8E3FA0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68696" y="2743200"/>
            <a:ext cx="1051560" cy="914400"/>
          </a:xfrm>
          <a:prstGeom prst="rect">
            <a:avLst>
              <a:gd name="adj" fmla="val 8000"/>
            </a:avLst>
          </a:prstGeom>
          <a:solidFill>
            <a:srgbClr val="F3E7F5"/>
          </a:solidFill>
          <a:ln w="16510">
            <a:solidFill>
              <a:srgbClr val="162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8696" y="27432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68696" y="37307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node[2]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0256" y="3200400"/>
            <a:ext cx="685800" cy="0"/>
          </a:xfrm>
          <a:prstGeom prst="line">
            <a:avLst/>
          </a:prstGeom>
          <a:noFill/>
          <a:ln w="19050">
            <a:solidFill>
              <a:srgbClr val="8E3FA0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06056" y="2743200"/>
            <a:ext cx="1051560" cy="914400"/>
          </a:xfrm>
          <a:prstGeom prst="rect">
            <a:avLst>
              <a:gd name="adj" fmla="val 8000"/>
            </a:avLst>
          </a:prstGeom>
          <a:solidFill>
            <a:srgbClr val="F3E7F5"/>
          </a:solidFill>
          <a:ln w="16510">
            <a:solidFill>
              <a:srgbClr val="162C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06056" y="27432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06056" y="37307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node[3]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57616" y="3200400"/>
            <a:ext cx="685800" cy="0"/>
          </a:xfrm>
          <a:prstGeom prst="line">
            <a:avLst/>
          </a:prstGeom>
          <a:noFill/>
          <a:ln w="19050">
            <a:solidFill>
              <a:srgbClr val="8E3FA0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43416" y="2743200"/>
            <a:ext cx="1051560" cy="914400"/>
          </a:xfrm>
          <a:prstGeom prst="rect">
            <a:avLst>
              <a:gd name="adj" fmla="val 8000"/>
            </a:avLst>
          </a:prstGeom>
          <a:solidFill>
            <a:srgbClr val="F3E7F5"/>
          </a:solidFill>
          <a:ln w="16510">
            <a:solidFill>
              <a:srgbClr val="162C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3416" y="27432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43416" y="37307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node[4]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094976" y="3200400"/>
            <a:ext cx="685800" cy="0"/>
          </a:xfrm>
          <a:prstGeom prst="line">
            <a:avLst/>
          </a:prstGeom>
          <a:noFill/>
          <a:ln w="19050">
            <a:solidFill>
              <a:srgbClr val="8E3FA0"/>
            </a:solidFill>
            <a:prstDash val="solid"/>
            <a:headEnd type="triangle"/>
          </a:ln>
        </p:spPr>
      </p:sp>
      <p:sp>
        <p:nvSpPr>
          <p:cNvPr id="26" name="Text 24"/>
          <p:cNvSpPr/>
          <p:nvPr/>
        </p:nvSpPr>
        <p:spPr>
          <a:xfrm>
            <a:off x="10780776" y="3017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371600"/>
          </a:xfrm>
          <a:prstGeom prst="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46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48463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node[0] ("H")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230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68880" y="523036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node[4] ("O")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5614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 / next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561441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node links to its neighbor on both sides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Editor Buffer  •  Data Structures (C/C++)  •  GSSIPU Semester 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C++ Logic — insertChar()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4709160"/>
          </a:xfrm>
          <a:prstGeom prst="rect">
            <a:avLst>
              <a:gd name="adj" fmla="val 1359"/>
            </a:avLst>
          </a:prstGeom>
          <a:solidFill>
            <a:srgbClr val="0D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932127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data;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172614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Node* prev;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1310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Node* next;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53589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894076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134563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insertChar(char ch) {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37505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Node* temp = new Node();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61553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temp-&gt;data = ch;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856025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temp-&gt;next = NULL;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temp-&gt;prev = tail;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336999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577486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(head == NULL)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817974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head = temp;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058461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9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2989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tail-&gt;next = temp;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539435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77992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tail = temp;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602041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1975104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1874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node always sets its prev to the current tail.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43800" y="2889504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2788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list is empty, the new node also becomes head.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3803904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3703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Otherwise, the old tail's next is linked forward to 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4718304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4617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tail pointer is updated to the new node — O(1) append.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Editor Buffer  •  Data Structures (C/C++)  •  GSSIPU Semester 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&amp; Structural Components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COMPLEXITY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8288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957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23957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530352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6265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9626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95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Traverse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35295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COMPONENTS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34924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character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286000"/>
            <a:ext cx="5349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 Pointer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611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left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743200"/>
            <a:ext cx="534924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Pointer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9611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right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200400"/>
            <a:ext cx="5349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Pointer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6112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character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657600"/>
            <a:ext cx="534924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 Pointer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6112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character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11064240" cy="1920240"/>
          </a:xfrm>
          <a:prstGeom prst="rect">
            <a:avLst>
              <a:gd name="adj" fmla="val 3810"/>
            </a:avLst>
          </a:prstGeom>
          <a:solidFill>
            <a:srgbClr val="F3E7F5"/>
          </a:solidFill>
          <a:ln w="9525">
            <a:solidFill>
              <a:srgbClr val="8E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389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960" y="47091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Bidirectional traversal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Fast insertions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Dynamic memory allocation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Efficient editing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4389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63640" y="47091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Extra memory required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More pointer management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Slightly complex structure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Editor Buffer  •  Data Structures (C/C++)  •  GSSIPU Semester 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RELEVANCE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8E3F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Editors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Notepad, VS Code, word processors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8E3FA0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History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788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and back navigation buttons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8E3FA0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0184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Players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0184" y="2788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and previous track controls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rect">
            <a:avLst>
              <a:gd name="adj" fmla="val 14000"/>
            </a:avLst>
          </a:prstGeom>
          <a:solidFill>
            <a:srgbClr val="8E3F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Undo-Redo Systems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 document edit history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84048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69080"/>
            <a:ext cx="457200" cy="457200"/>
          </a:xfrm>
          <a:prstGeom prst="rect">
            <a:avLst>
              <a:gd name="adj" fmla="val 14000"/>
            </a:avLst>
          </a:prstGeom>
          <a:solidFill>
            <a:srgbClr val="8E3FA0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53712" y="4663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 Systems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50292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and reverse route review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Editor Buffer  •  Data Structures (C/C++)  •  GSSIPU Semester 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371600"/>
          </a:xfrm>
          <a:prstGeom prst="rect">
            <a:avLst>
              <a:gd name="adj" fmla="val 5333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text editor buffer was successfully implemented using a Doubly Linked List, supporting character storage and traversal in both directions.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95344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856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Doubly Linked Lists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79392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696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Memory Allocation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537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Connections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47488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37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Pointer Manipulation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31536"/>
            <a:ext cx="91440" cy="91440"/>
          </a:xfrm>
          <a:prstGeom prst="ellipse">
            <a:avLst/>
          </a:prstGeom>
          <a:solidFill>
            <a:srgbClr val="8E3FA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218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Buffer Design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Editor Buffer Using Doubly Linked List — Data Structures Mini 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  |  GSSIPU Semester 3  |  github.com/mayankswaraj18cr-cmd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2026-08-18T02:04:30Z</dcterms:created>
  <dcterms:modified xsi:type="dcterms:W3CDTF">2026-08-18T02:04:30Z</dcterms:modified>
</cp:coreProperties>
</file>